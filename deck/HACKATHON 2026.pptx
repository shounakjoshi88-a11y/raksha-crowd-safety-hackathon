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mbria Bold" charset="1" panose="02040803050406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E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7667" y="2371725"/>
            <a:ext cx="14945106" cy="696420"/>
            <a:chOff x="0" y="0"/>
            <a:chExt cx="19926808" cy="92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26808" cy="928624"/>
            </a:xfrm>
            <a:custGeom>
              <a:avLst/>
              <a:gdLst/>
              <a:ahLst/>
              <a:cxnLst/>
              <a:rect r="r" b="b" t="t" l="l"/>
              <a:pathLst>
                <a:path h="928624" w="19926808">
                  <a:moveTo>
                    <a:pt x="0" y="0"/>
                  </a:moveTo>
                  <a:lnTo>
                    <a:pt x="19926808" y="0"/>
                  </a:lnTo>
                  <a:lnTo>
                    <a:pt x="19926808" y="928624"/>
                  </a:lnTo>
                  <a:lnTo>
                    <a:pt x="0" y="928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830" r="0" b="-3678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7667" y="2321719"/>
            <a:ext cx="14945106" cy="746427"/>
            <a:chOff x="0" y="0"/>
            <a:chExt cx="19926808" cy="9952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6804" cy="995236"/>
            </a:xfrm>
            <a:custGeom>
              <a:avLst/>
              <a:gdLst/>
              <a:ahLst/>
              <a:cxnLst/>
              <a:rect r="r" b="b" t="t" l="l"/>
              <a:pathLst>
                <a:path h="995236" w="19926804">
                  <a:moveTo>
                    <a:pt x="0" y="0"/>
                  </a:moveTo>
                  <a:lnTo>
                    <a:pt x="19926804" y="0"/>
                  </a:lnTo>
                  <a:lnTo>
                    <a:pt x="19926804" y="995236"/>
                  </a:lnTo>
                  <a:lnTo>
                    <a:pt x="0" y="9952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33" r="0" b="-3401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9926808" cy="1061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b="true" sz="3498" spc="582">
                  <a:solidFill>
                    <a:srgbClr val="3E8E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&amp; ENGINEERING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2790825"/>
            <a:ext cx="16870680" cy="2194560"/>
            <a:chOff x="0" y="0"/>
            <a:chExt cx="2249424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942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687" r="0" b="-9968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2776538"/>
            <a:ext cx="16870680" cy="2208848"/>
            <a:chOff x="0" y="0"/>
            <a:chExt cx="22494240" cy="29451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94239" cy="2945130"/>
            </a:xfrm>
            <a:custGeom>
              <a:avLst/>
              <a:gdLst/>
              <a:ahLst/>
              <a:cxnLst/>
              <a:rect r="r" b="b" t="t" l="l"/>
              <a:pathLst>
                <a:path h="294513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945130"/>
                  </a:lnTo>
                  <a:lnTo>
                    <a:pt x="0" y="2945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22" r="0" b="-988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4942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HACKATHON </a:t>
              </a:r>
              <a:r>
                <a:rPr lang="en-US" sz="9000" b="true">
                  <a:solidFill>
                    <a:srgbClr val="3E8EF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4869180"/>
            <a:ext cx="13716000" cy="744379"/>
            <a:chOff x="0" y="0"/>
            <a:chExt cx="18288000" cy="9925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992505"/>
            </a:xfrm>
            <a:custGeom>
              <a:avLst/>
              <a:gdLst/>
              <a:ahLst/>
              <a:cxnLst/>
              <a:rect r="r" b="b" t="t" l="l"/>
              <a:pathLst>
                <a:path h="9925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783" r="0" b="-30878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" y="4812030"/>
            <a:ext cx="13716000" cy="801529"/>
            <a:chOff x="0" y="0"/>
            <a:chExt cx="18288000" cy="10687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068708"/>
            </a:xfrm>
            <a:custGeom>
              <a:avLst/>
              <a:gdLst/>
              <a:ahLst/>
              <a:cxnLst/>
              <a:rect r="r" b="b" t="t" l="l"/>
              <a:pathLst>
                <a:path h="106870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8708"/>
                  </a:lnTo>
                  <a:lnTo>
                    <a:pt x="0" y="1068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33" r="0" b="-2834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8288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8"/>
                </a:lnSpc>
              </a:pPr>
              <a:r>
                <a:rPr lang="en-US" sz="3699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Idea Submission Template  —  Code. Create. Innovate.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37711" y="5949791"/>
            <a:ext cx="13200698" cy="3530917"/>
          </a:xfrm>
          <a:custGeom>
            <a:avLst/>
            <a:gdLst/>
            <a:ahLst/>
            <a:cxnLst/>
            <a:rect r="r" b="b" t="t" l="l"/>
            <a:pathLst>
              <a:path h="3530917" w="13200698">
                <a:moveTo>
                  <a:pt x="0" y="0"/>
                </a:moveTo>
                <a:lnTo>
                  <a:pt x="13200698" y="0"/>
                </a:lnTo>
                <a:lnTo>
                  <a:pt x="13200698" y="3530918"/>
                </a:lnTo>
                <a:lnTo>
                  <a:pt x="0" y="3530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5860" y="6268212"/>
            <a:ext cx="4114800" cy="657987"/>
            <a:chOff x="0" y="0"/>
            <a:chExt cx="5486400" cy="8773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6218206"/>
            <a:ext cx="4114800" cy="707993"/>
            <a:chOff x="0" y="0"/>
            <a:chExt cx="5486400" cy="943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Name: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2640">
            <a:off x="1156335" y="6944487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65860" y="7063740"/>
            <a:ext cx="4114800" cy="657987"/>
            <a:chOff x="0" y="0"/>
            <a:chExt cx="5486400" cy="8773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7013734"/>
            <a:ext cx="4114800" cy="707993"/>
            <a:chOff x="0" y="0"/>
            <a:chExt cx="5486400" cy="943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No: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2640">
            <a:off x="1156335" y="7740015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165860" y="7896796"/>
            <a:ext cx="4548254" cy="643528"/>
            <a:chOff x="0" y="0"/>
            <a:chExt cx="6064339" cy="8580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64377" cy="858012"/>
            </a:xfrm>
            <a:custGeom>
              <a:avLst/>
              <a:gdLst/>
              <a:ahLst/>
              <a:cxnLst/>
              <a:rect r="r" b="b" t="t" l="l"/>
              <a:pathLst>
                <a:path h="858012" w="6064377">
                  <a:moveTo>
                    <a:pt x="0" y="0"/>
                  </a:moveTo>
                  <a:lnTo>
                    <a:pt x="6064377" y="0"/>
                  </a:lnTo>
                  <a:lnTo>
                    <a:pt x="6064377" y="858012"/>
                  </a:lnTo>
                  <a:lnTo>
                    <a:pt x="0" y="858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19" r="0" b="-8762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65860" y="7839646"/>
            <a:ext cx="4548254" cy="700678"/>
            <a:chOff x="0" y="0"/>
            <a:chExt cx="6064339" cy="9342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64334" cy="934241"/>
            </a:xfrm>
            <a:custGeom>
              <a:avLst/>
              <a:gdLst/>
              <a:ahLst/>
              <a:cxnLst/>
              <a:rect r="r" b="b" t="t" l="l"/>
              <a:pathLst>
                <a:path h="934241" w="6064334">
                  <a:moveTo>
                    <a:pt x="0" y="0"/>
                  </a:moveTo>
                  <a:lnTo>
                    <a:pt x="6064334" y="0"/>
                  </a:lnTo>
                  <a:lnTo>
                    <a:pt x="6064334" y="934241"/>
                  </a:lnTo>
                  <a:lnTo>
                    <a:pt x="0" y="9342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481" r="0" b="-764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6064339" cy="1010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8"/>
                </a:lnSpc>
              </a:pPr>
              <a:r>
                <a:rPr lang="en-US" sz="3198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Title: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2640">
            <a:off x="1156335" y="8535543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65860" y="8654796"/>
            <a:ext cx="4114800" cy="657987"/>
            <a:chOff x="0" y="0"/>
            <a:chExt cx="5486400" cy="8773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8604790"/>
            <a:ext cx="4114800" cy="707993"/>
            <a:chOff x="0" y="0"/>
            <a:chExt cx="5486400" cy="943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Leader Name: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380" y="153495"/>
            <a:ext cx="16504920" cy="1930451"/>
            <a:chOff x="0" y="0"/>
            <a:chExt cx="22006560" cy="25739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006561" cy="2573909"/>
            </a:xfrm>
            <a:custGeom>
              <a:avLst/>
              <a:gdLst/>
              <a:ahLst/>
              <a:cxnLst/>
              <a:rect r="r" b="b" t="t" l="l"/>
              <a:pathLst>
                <a:path h="2573909" w="22006561">
                  <a:moveTo>
                    <a:pt x="0" y="0"/>
                  </a:moveTo>
                  <a:lnTo>
                    <a:pt x="22006561" y="0"/>
                  </a:lnTo>
                  <a:lnTo>
                    <a:pt x="22006561" y="2573909"/>
                  </a:lnTo>
                  <a:lnTo>
                    <a:pt x="0" y="2573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66" r="0" b="-176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9771" y="569100"/>
            <a:ext cx="336039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sz="605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IDEA TITLE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509340"/>
            <a:ext cx="7914084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APPROACH</a:t>
            </a:r>
          </a:p>
          <a:p>
            <a:pPr algn="ctr">
              <a:lnSpc>
                <a:spcPts val="67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9484" y="390363"/>
            <a:ext cx="8544516" cy="205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0"/>
              </a:lnSpc>
            </a:pPr>
            <a:r>
              <a:rPr lang="en-US" sz="603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 AND VIABILITY</a:t>
            </a:r>
          </a:p>
          <a:p>
            <a:pPr algn="ctr">
              <a:lnSpc>
                <a:spcPts val="72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9562" y="334623"/>
            <a:ext cx="730776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608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AND BENEFITS</a:t>
            </a:r>
          </a:p>
          <a:p>
            <a:pPr algn="ctr">
              <a:lnSpc>
                <a:spcPts val="73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4188" y="561975"/>
            <a:ext cx="919728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  AND REFERENCES</a:t>
            </a:r>
          </a:p>
          <a:p>
            <a:pPr algn="ctr">
              <a:lnSpc>
                <a:spcPts val="719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1884731"/>
            <a:ext cx="17970694" cy="77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8569" indent="-342856" lvl="2">
              <a:lnSpc>
                <a:spcPts val="5398"/>
              </a:lnSpc>
              <a:buFont typeface="Arial"/>
              <a:buChar char="⚬"/>
            </a:pPr>
            <a:r>
              <a:rPr lang="en-US" b="true" sz="4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Important Pointers</a:t>
            </a:r>
          </a:p>
          <a:p>
            <a:pPr algn="l" marL="868533" indent="-289511" lvl="2">
              <a:lnSpc>
                <a:spcPts val="4558"/>
              </a:lnSpc>
            </a:pP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Maximum Slides: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Keep the PPT limited to 6 slides, including the Title Slide.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Presentation Style:</a:t>
            </a:r>
          </a:p>
          <a:p>
            <a:pPr algn="l" marL="1552226" indent="-388056" lvl="3">
              <a:lnSpc>
                <a:spcPts val="4558"/>
              </a:lnSpc>
              <a:buAutoNum type="alphaLcPeriod" startAt="1"/>
            </a:pP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Avoid lengthy paragraphs.</a:t>
            </a:r>
          </a:p>
          <a:p>
            <a:pPr algn="l" marL="1552226" indent="-388056" lvl="3">
              <a:lnSpc>
                <a:spcPts val="4558"/>
              </a:lnSpc>
              <a:buAutoNum type="alphaLcPeriod" startAt="1"/>
            </a:pP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 the idea using bullet points, diagrams, infographics, and relevant pictures.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Content: 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Keep the explanation precise, clear, and easy to understand.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Innovation: 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proposed idea should be unique and novel.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Template: 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only the provided template for preparing the PPT.</a:t>
            </a:r>
          </a:p>
          <a:p>
            <a:pPr algn="l" marL="1552226" indent="-388056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 not modify the idea details or pointers mentioned in the provided slides.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File Format: 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Save the final presentation as a PDF and upload it to the portal.</a:t>
            </a:r>
          </a:p>
          <a:p>
            <a:pPr algn="l" marL="1552226" indent="-388056" lvl="3">
              <a:lnSpc>
                <a:spcPts val="4558"/>
              </a:lnSpc>
              <a:buFont typeface="Arial"/>
              <a:buChar char="￭"/>
            </a:pP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PPT, Word Document, or any other format will not be accepted.</a:t>
            </a:r>
          </a:p>
          <a:p>
            <a:pPr algn="l" marL="868552" indent="-289517" lvl="2">
              <a:lnSpc>
                <a:spcPts val="4558"/>
              </a:lnSpc>
              <a:buFont typeface="Arial"/>
              <a:buChar char="⚬"/>
            </a:pP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Note:</a:t>
            </a:r>
            <a:r>
              <a:rPr lang="en-US" sz="37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You may delete this “Important Pointers” slide before uploading your idea details</a:t>
            </a:r>
            <a:r>
              <a:rPr lang="en-US" b="true" sz="37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35335" y="506096"/>
            <a:ext cx="11234427" cy="194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IMPORTANT INSTRUCTIONS</a:t>
            </a:r>
          </a:p>
          <a:p>
            <a:pPr algn="ctr">
              <a:lnSpc>
                <a:spcPts val="7198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DAHVV4k08Hg</dc:identifier>
  <dcterms:modified xsi:type="dcterms:W3CDTF">2011-08-01T06:04:30Z</dcterms:modified>
  <cp:revision>1</cp:revision>
  <dc:title>HACKATHON 2026.pptx</dc:title>
</cp:coreProperties>
</file>